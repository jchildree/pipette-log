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6E47-876B-7F83-FFC2-821EBE47F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71F53-2F68-3771-3653-8824525D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779F-A31F-8845-635C-BA35E8F0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95407-9490-7DB0-28F9-7DC060F7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94D66-0E5A-008A-77CE-18FE3E33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0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C14B-0B16-22FC-C653-7A1B4D29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AA61-1995-DD22-C7BC-27793B01E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405E-D8C1-AE60-B325-E1142E36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5A9B-EF82-FDC8-2DFE-8902ACBC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CE9A8-5D37-AF04-DD9C-C6322B07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3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FB15-80D4-B113-6907-1D62D7431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191A2-D253-5F63-63F9-C3C9B785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D665-D3F5-574F-45D2-1D570878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145A3-B765-0F44-7214-019FF938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675B3-1E36-9F3B-0705-AA829EFD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6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606F-9C8C-3217-E8E3-9EC1C8CF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8C83D-5C0A-D93C-E970-EE8FD11A5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82927-ABD1-E55E-2692-510D38D12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C7CE0-16B0-8A19-20A4-B4E9BD8F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5352D-621C-FD5E-18B9-103DADE5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E1CAE-3989-B253-F626-ABBBD5FA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7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82AB-EFB6-407A-3056-7490BEFC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41947-31AD-B2AE-ACE2-02691363A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39E21-62A9-21F4-2F84-002317A4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08B7F-0570-DB35-CC71-86CF4D055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945308-158D-C368-83E4-BD5924F6D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A2453-E3B7-62A4-5459-E0D0EFBDD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65BA3-26F3-8082-A77E-F6AA0B2F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9E92A-E0AA-CFAF-14F6-445391F3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1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08B7-9DC0-A623-DFD2-6D15ABB5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457E0-F608-7862-9E95-65DAB467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071F2-5719-3C84-CCE6-59C015AC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1063C-C689-01B5-7BC3-D464C5DE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7FA1D-DF30-FFCE-054C-60EA709B3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04C2C-DE38-627C-34AA-EED08904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7822C-A2CD-17EC-4B36-ABF0D74B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4D9F-37E4-29B4-20AB-33E8D23F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7B8A-391C-3A16-C1D0-D359AAA80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D26C2-C36A-271E-5913-B1F85010C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8260A-841E-4E1D-3969-2B89455D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8A83F-6F2C-A755-6FA8-29F52EB4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344C7-A92E-3A94-9D3F-1BEA0032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2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EC88-CDF7-54D8-EC56-A7731682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8EA2C-2F85-49A6-CB00-EED2B1564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8BA1-DA3B-5F12-FF8F-A665E7D27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9D6A0-D07A-BFB5-DD81-30B7093C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B2F15-BD31-CED9-D152-F48AD675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A489E-C981-BC99-6C82-4750000D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6B47-2C31-6159-DBEC-68A56931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E9EF9-085C-8B54-FF5E-C064A1C84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5D99-021B-F487-43B5-C416A250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5292-4B0F-AD56-72F9-205A88AE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7A23C-E692-797A-DC29-3D21C182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078964-3212-1EE0-F85B-FF5D80EC3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34D8E-A354-50C4-5398-B550666DB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B633E-3B2A-AD73-422C-28016F4D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BE4A-5DE7-899B-DB1B-379F8229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EB98-6A2E-0FE0-5BB2-7AC5B360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3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DEAF2-C3F7-FEEE-C48C-33AAA191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E68E8-F625-B56C-31F4-08E1A866A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10A7-EDB0-F716-5E15-ABF3DB1DE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DAD85-16C3-4FBB-ABB0-061C05FA08B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D1BE-D34F-3152-BB52-42AC72A00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A2F11-5C24-3002-4E20-12FE0B01F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41E02-DF01-4819-824D-EF9E2E1AC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2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70583-1A4B-4D2D-8ED2-1A10EFDA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281"/>
            <a:ext cx="12192000" cy="2878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A2229-7A92-6AB7-F2C1-D897121F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7" y="3645987"/>
            <a:ext cx="12167583" cy="287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0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38BE-57AC-8662-00CA-356C013B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7ACD7-94DA-FED5-AE75-4883BAF7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878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6CA707-E549-2DF9-5843-9914B1CF90C8}"/>
              </a:ext>
            </a:extLst>
          </p:cNvPr>
          <p:cNvSpPr txBox="1"/>
          <p:nvPr/>
        </p:nvSpPr>
        <p:spPr>
          <a:xfrm>
            <a:off x="294132" y="3346704"/>
            <a:ext cx="11603736" cy="32918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AutoNum type="arabicPeriod"/>
            </a:pPr>
            <a:r>
              <a:rPr lang="en-US" dirty="0"/>
              <a:t>Set up users for signing with PIN (6 digit?). Can probably use full name since digital isn’t as space constrained.</a:t>
            </a:r>
          </a:p>
          <a:p>
            <a:pPr marL="342900" indent="-342900">
              <a:buAutoNum type="arabicPeriod"/>
            </a:pPr>
            <a:r>
              <a:rPr lang="en-US" dirty="0"/>
              <a:t>Select from table of balances. </a:t>
            </a:r>
          </a:p>
          <a:p>
            <a:pPr marL="342900" indent="-342900">
              <a:buAutoNum type="arabicPeriod"/>
            </a:pPr>
            <a:r>
              <a:rPr lang="en-US" dirty="0"/>
              <a:t>Select from table of pipettes. </a:t>
            </a:r>
          </a:p>
          <a:p>
            <a:pPr marL="342900" indent="-342900">
              <a:buAutoNum type="arabicPeriod"/>
            </a:pPr>
            <a:r>
              <a:rPr lang="en-US" dirty="0"/>
              <a:t>Populate based on PI-#. Editable*</a:t>
            </a:r>
          </a:p>
          <a:p>
            <a:pPr marL="342900" indent="-342900">
              <a:buAutoNum type="arabicPeriod"/>
            </a:pPr>
            <a:r>
              <a:rPr lang="en-US" dirty="0"/>
              <a:t>Manual fill numbers.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Pass fail based on Verification Type (7 or 8), Volume (4), and Mass (5). </a:t>
            </a:r>
          </a:p>
          <a:p>
            <a:pPr marL="342900" indent="-342900">
              <a:buAutoNum type="arabicPeriod"/>
            </a:pPr>
            <a:r>
              <a:rPr lang="en-US" dirty="0"/>
              <a:t>Will be selected 99.9999% of the time.</a:t>
            </a:r>
          </a:p>
          <a:p>
            <a:pPr marL="342900" indent="-342900">
              <a:buAutoNum type="arabicPeriod"/>
            </a:pPr>
            <a:r>
              <a:rPr lang="en-US" dirty="0"/>
              <a:t>Rarely selected and will need case by case logic. Lower priority to get all this info and could force manual entry initially.</a:t>
            </a:r>
          </a:p>
          <a:p>
            <a:pPr marL="342900" indent="-342900">
              <a:buAutoNum type="arabicPeriod"/>
            </a:pPr>
            <a:r>
              <a:rPr lang="en-US" dirty="0"/>
              <a:t>Just an indicator case be used with first or second check box.</a:t>
            </a:r>
          </a:p>
          <a:p>
            <a:pPr marL="342900" indent="-342900">
              <a:buAutoNum type="arabicPeriod"/>
            </a:pPr>
            <a:r>
              <a:rPr lang="en-US" dirty="0"/>
              <a:t>Fillable text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5CC40-EFFB-0F56-4F25-53E8F3C2E858}"/>
              </a:ext>
            </a:extLst>
          </p:cNvPr>
          <p:cNvSpPr txBox="1"/>
          <p:nvPr/>
        </p:nvSpPr>
        <p:spPr>
          <a:xfrm>
            <a:off x="601980" y="1679448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F2802-765C-4179-2EE8-66134BCECA9B}"/>
              </a:ext>
            </a:extLst>
          </p:cNvPr>
          <p:cNvSpPr txBox="1"/>
          <p:nvPr/>
        </p:nvSpPr>
        <p:spPr>
          <a:xfrm>
            <a:off x="4375404" y="1070162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947C9-C808-A025-8507-5D33DDE4F5C2}"/>
              </a:ext>
            </a:extLst>
          </p:cNvPr>
          <p:cNvSpPr txBox="1"/>
          <p:nvPr/>
        </p:nvSpPr>
        <p:spPr>
          <a:xfrm>
            <a:off x="6096000" y="1070163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54FA3-F9D2-629C-7470-48322787A924}"/>
              </a:ext>
            </a:extLst>
          </p:cNvPr>
          <p:cNvSpPr txBox="1"/>
          <p:nvPr/>
        </p:nvSpPr>
        <p:spPr>
          <a:xfrm>
            <a:off x="7752588" y="1070163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8F40F-5EFA-18CA-269A-E26E24CE45E5}"/>
              </a:ext>
            </a:extLst>
          </p:cNvPr>
          <p:cNvSpPr txBox="1"/>
          <p:nvPr/>
        </p:nvSpPr>
        <p:spPr>
          <a:xfrm>
            <a:off x="9015984" y="1070162"/>
            <a:ext cx="768096" cy="16456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9F87E4-46D0-33D2-9ADA-E8440E8F6778}"/>
              </a:ext>
            </a:extLst>
          </p:cNvPr>
          <p:cNvSpPr txBox="1"/>
          <p:nvPr/>
        </p:nvSpPr>
        <p:spPr>
          <a:xfrm>
            <a:off x="10288524" y="1041311"/>
            <a:ext cx="768096" cy="16456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0C96F8-B39B-3092-F775-41182A55BED2}"/>
              </a:ext>
            </a:extLst>
          </p:cNvPr>
          <p:cNvSpPr txBox="1"/>
          <p:nvPr/>
        </p:nvSpPr>
        <p:spPr>
          <a:xfrm>
            <a:off x="11292078" y="1041310"/>
            <a:ext cx="768096" cy="16456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10D90-CE04-AC84-0B92-B370EB4C103E}"/>
              </a:ext>
            </a:extLst>
          </p:cNvPr>
          <p:cNvSpPr txBox="1"/>
          <p:nvPr/>
        </p:nvSpPr>
        <p:spPr>
          <a:xfrm>
            <a:off x="2759964" y="2327251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A156F-DC8E-A048-40CB-28B133659F10}"/>
              </a:ext>
            </a:extLst>
          </p:cNvPr>
          <p:cNvSpPr txBox="1"/>
          <p:nvPr/>
        </p:nvSpPr>
        <p:spPr>
          <a:xfrm>
            <a:off x="2759964" y="1722542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426C0-6860-9585-FBB7-2FE050287B0E}"/>
              </a:ext>
            </a:extLst>
          </p:cNvPr>
          <p:cNvSpPr txBox="1"/>
          <p:nvPr/>
        </p:nvSpPr>
        <p:spPr>
          <a:xfrm>
            <a:off x="2759964" y="1070162"/>
            <a:ext cx="284988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495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3ABB-3C73-322D-3F10-A2E153F5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30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CBA4-D280-5273-160B-21848DAC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19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125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Flohrschutz, Austin</dc:creator>
  <cp:lastModifiedBy>Flohrschutz, Austin</cp:lastModifiedBy>
  <cp:revision>6</cp:revision>
  <dcterms:created xsi:type="dcterms:W3CDTF">2026-07-21T17:34:00Z</dcterms:created>
  <dcterms:modified xsi:type="dcterms:W3CDTF">2026-07-22T15:46:27Z</dcterms:modified>
</cp:coreProperties>
</file>